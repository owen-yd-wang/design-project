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1425"/>
  </p:normalViewPr>
  <p:slideViewPr>
    <p:cSldViewPr snapToGrid="0" snapToObjects="1">
      <p:cViewPr varScale="1">
        <p:scale>
          <a:sx n="92" d="100"/>
          <a:sy n="92" d="100"/>
        </p:scale>
        <p:origin x="184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880360"/>
            <a:ext cx="9418320" cy="381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599" y="1856184"/>
            <a:ext cx="9418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CNN for CIFAR-10 on </a:t>
            </a:r>
            <a:r>
              <a:rPr dirty="0" err="1"/>
              <a:t>Basys</a:t>
            </a:r>
            <a:r>
              <a:rPr dirty="0"/>
              <a:t> 3 FPGA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687" y="3446264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BCCDD"/>
                </a:solidFill>
              </a:defRPr>
            </a:pPr>
            <a:r>
              <a:t>Che Li &amp; Owen Wang  |  Advisors: Ramesh Karri, Weihua Xiao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99" y="4480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7BC0"/>
                </a:solidFill>
              </a:defRPr>
            </a:pPr>
            <a:r>
              <a:t>GitHub: github.com/Owen-yd-Wang/Design-Project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Problem: GPU-Class Models Don’t Fit on $35 FPGAs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MobileNetV2: 3.5M params, 13.3 MB → needs ~15× more memory than Basys 3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Basys 3 (XC7A35T): 225 KB BRAM, 90 DSP48E1, no external DRAM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1">
                <a:solidFill>
                  <a:srgbClr val="004E8C"/>
                </a:solidFill>
              </a:defRPr>
            </a:pPr>
            <a:r>
              <a:t>Challenge: Design a CNN that fits AND maintains useful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Methodology: Train → Quantize → Simulate →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Train tiny CNN on CIFAR-10 (10 classes, 32×32 images)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Int8 quantization: 4× size reduction, &lt;0.1% accuracy loss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Behavioral FPGA simulation: model clock cycles, BRAM, DSP usage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RTL verification: bit-exact match between hardware and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Architecture: 48K Parameters, 47 KB Int8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02B5C"/>
                </a:solidFill>
              </a:rPr>
              <a:t>Conv1:  </a:t>
            </a:r>
            <a:r>
              <a:rPr sz="2000">
                <a:solidFill>
                  <a:srgbClr val="1A1A1A"/>
                </a:solidFill>
              </a:rPr>
              <a:t>3→16, 3×3 → ReLU → MaxPool 2×2   (16×16×16)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2B5C"/>
                </a:solidFill>
              </a:rPr>
              <a:t>Conv2:  </a:t>
            </a:r>
            <a:r>
              <a:rPr sz="2000">
                <a:solidFill>
                  <a:srgbClr val="1A1A1A"/>
                </a:solidFill>
              </a:rPr>
              <a:t>16→32, 3×3 → ReLU → MaxPool 2×2   (8×8×32)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2B5C"/>
                </a:solidFill>
              </a:rPr>
              <a:t>Conv3:  </a:t>
            </a:r>
            <a:r>
              <a:rPr sz="2000">
                <a:solidFill>
                  <a:srgbClr val="1A1A1A"/>
                </a:solidFill>
              </a:rPr>
              <a:t>32→32, 3×3 → ReLU → MaxPool 2×2   (4×4×32)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2B5C"/>
                </a:solidFill>
              </a:rPr>
              <a:t>FC1:  </a:t>
            </a:r>
            <a:r>
              <a:rPr sz="2000">
                <a:solidFill>
                  <a:srgbClr val="1A1A1A"/>
                </a:solidFill>
              </a:rPr>
              <a:t>512→64 → ReLU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2B5C"/>
                </a:solidFill>
              </a:rPr>
              <a:t>FC2:  </a:t>
            </a:r>
            <a:r>
              <a:rPr sz="2000">
                <a:solidFill>
                  <a:srgbClr val="1A1A1A"/>
                </a:solidFill>
              </a:rPr>
              <a:t>64→10 (output)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04E8C"/>
                </a:solidFill>
              </a:rPr>
              <a:t>Total: 47,818 params  |  Int8: ~47 KB  |  BRAM: 29.4% of Basys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RTL Design: MAC Unit (mac_uint8_int32.sv)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Core compute: uint8 × uint8 → uint32 accumulator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Maps to single DSP48E1 slice on Artix-7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Synchronous clear, enable control, registered output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Shared across all layers (conv + FC) via time-multiplexing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RTL Simulation: MAC Unit Waveform</a:t>
            </a:r>
          </a:p>
        </p:txBody>
      </p:sp>
      <p:pic>
        <p:nvPicPr>
          <p:cNvPr id="3" name="Picture 2" descr="waveform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Real trained weights from tiny_cnn_cifar10_int8.onnx, CIFAR-10 cat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RTL vs Python: Bit-Exact Match (Real Weights)</a:t>
            </a:r>
          </a:p>
        </p:txBody>
      </p:sp>
      <p:pic>
        <p:nvPicPr>
          <p:cNvPr id="3" name="Picture 2" descr="rtl_vs_pyth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All 4 tests pass — RTL accumulator matches Python unsigned arithmetic exactly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RTL vs Python: Conv2 Accumulator Trace</a:t>
            </a:r>
          </a:p>
        </p:txBody>
      </p:sp>
      <p:pic>
        <p:nvPicPr>
          <p:cNvPr id="3" name="Picture 2" descr="accumulator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144 MAC operations using real Conv2 filter 0 weights, final value: 2,576,776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Behavioral FPGA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Float32 accuracy:  F1 = 0.7400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Int8 accuracy:       F1 = 0.7395  (delta: −0.0005)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Peak BRAM: 66.1 KB / 225 KB (29.4%)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Estimated throughput: 4,008 images/sec @ 100 MHz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Latency: 0.25 ms per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Performance Breakdown by Layer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Weights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Size (KB)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MACs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Compute %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Conv1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230K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Conv2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4,608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1.18M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52.5%  ← bottleneck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Conv3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9,216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590K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FC1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32,768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FC2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A1A1A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 gridSpan="5"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4E8C"/>
                          </a:solidFill>
                        </a:defRPr>
                      </a:pPr>
                      <a:r>
                        <a:t>Bottleneck: Conv2 (52.5% of compute)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1D50-BE87-A462-396E-37B7CA23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Milestones Tracker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chart&#10;&#10;AI-generated content may be incorrect.">
            <a:extLst>
              <a:ext uri="{FF2B5EF4-FFF2-40B4-BE49-F238E27FC236}">
                <a16:creationId xmlns:a16="http://schemas.microsoft.com/office/drawing/2014/main" id="{6C0B5E1F-4B3E-1508-CB65-855DE8D1E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76"/>
          <a:stretch>
            <a:fillRect/>
          </a:stretch>
        </p:blipFill>
        <p:spPr>
          <a:xfrm>
            <a:off x="1990046" y="496960"/>
            <a:ext cx="8238849" cy="339255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43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9338-EB67-002A-B268-4C7E5960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Risks Management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1F1C9-2DD0-49C3-DA31-65C95A8F7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5"/>
          <a:stretch>
            <a:fillRect/>
          </a:stretch>
        </p:blipFill>
        <p:spPr>
          <a:xfrm>
            <a:off x="865141" y="1071405"/>
            <a:ext cx="10488660" cy="2243662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89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Challenges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Signed vs unsigned arithmetic: MAC unit uses uint8, not int8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Quantization: minimal accuracy loss with proper calibration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Resource constraints drive architecture decisions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Behavioral simulation catches issues before synthesis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bIns="13716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Synthesize full CNN datapath on Basys 3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UART interface for image input / classification output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Multi-filter parallelism to improve throughput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Compare with FINN-generated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A"/>
                </a:solidFill>
              </a:defRPr>
            </a:pPr>
            <a:r>
              <a:t>GitHub: github.com/Owen-yd-Wang/Design-Project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516</Words>
  <Application>Microsoft Macintosh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Milestones Tracker</vt:lpstr>
      <vt:lpstr>Risks Management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 Li</cp:lastModifiedBy>
  <cp:revision>4</cp:revision>
  <dcterms:created xsi:type="dcterms:W3CDTF">2013-01-27T09:14:16Z</dcterms:created>
  <dcterms:modified xsi:type="dcterms:W3CDTF">2026-02-27T16:29:36Z</dcterms:modified>
  <cp:category/>
</cp:coreProperties>
</file>